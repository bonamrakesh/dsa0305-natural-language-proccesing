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628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9360" y="45720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F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^(\w+)@(\w+)\.com$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78365" y="1874520"/>
            <a:ext cx="2194560" cy="2194560"/>
          </a:xfrm>
          <a:prstGeom prst="ellipse">
            <a:avLst/>
          </a:prstGeom>
          <a:solidFill>
            <a:srgbClr val="EAF6F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10378440" y="22402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5950" y="243779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0305 - NLP 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240280"/>
            <a:ext cx="8503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 Expressions for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Text Processing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425196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 as a practical tool for cleaning, extracting, and structuring text in NLP pipelines.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5257800"/>
            <a:ext cx="7863840" cy="566928"/>
          </a:xfrm>
          <a:prstGeom prst="rect">
            <a:avLst/>
          </a:prstGeom>
          <a:solidFill>
            <a:srgbClr val="0F2B2E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25780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F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Rakesh – 192425241</a:t>
            </a:r>
            <a:endParaRPr lang="en-US" sz="13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B48A912-A832-228D-4FAA-19F963F5E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53340"/>
            <a:ext cx="11668125" cy="1638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Building Blocks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set of metacharacters covers most real-world patterns.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1417320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01952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h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18" y="2088490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7647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\d  \w  \s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221992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Digit, word character, whitespace — the basic character classes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26480" y="1600200"/>
            <a:ext cx="5212080" cy="1417320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10" name="Shape 7"/>
          <p:cNvSpPr/>
          <p:nvPr/>
        </p:nvSpPr>
        <p:spPr>
          <a:xfrm>
            <a:off x="6355080" y="1901952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z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618" y="2088490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7647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+  ?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315200" y="2221992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Zero-or-more, one-or-more, optional — quantify repetition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246120"/>
            <a:ext cx="5212080" cy="1417320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3547872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fil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218" y="3734410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34107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 ( )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3867912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sets and capturing groups for structured extraction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26480" y="3246120"/>
            <a:ext cx="5212080" cy="1417320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355080" y="3547872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1618" y="3734410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4107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  $  \b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315200" y="3867912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that pin a match to a position: start, end, word boundary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40080" y="4892040"/>
            <a:ext cx="10881360" cy="777240"/>
          </a:xfrm>
          <a:prstGeom prst="rect">
            <a:avLst/>
          </a:prstGeom>
          <a:solidFill>
            <a:srgbClr val="0F2B2E"/>
          </a:solidFill>
          <a:ln/>
        </p:spPr>
      </p:sp>
      <p:sp>
        <p:nvSpPr>
          <p:cNvPr id="25" name="Text 19"/>
          <p:cNvSpPr/>
          <p:nvPr/>
        </p:nvSpPr>
        <p:spPr>
          <a:xfrm>
            <a:off x="914400" y="48920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F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 = r'\b[A-Za-z]+\d{2,4}\b'</a:t>
            </a:r>
            <a:r>
              <a:rPr lang="en-US" sz="1300" dirty="0">
                <a:solidFill>
                  <a:srgbClr val="5B6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matches: </a:t>
            </a: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"user23", "log2024"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Regex Shows Up in NLP Pipelines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statistical or neural models ever see text, regex handles the messy first pass.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1920240"/>
          </a:xfrm>
          <a:prstGeom prst="rect">
            <a:avLst/>
          </a:prstGeom>
          <a:solidFill>
            <a:srgbClr val="EAF6F5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56232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sciss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175" y="1992295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0136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&amp; Cleaning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96112" y="2468880"/>
            <a:ext cx="4700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whitespace/punctuation, strip HTML tags, normalize repeated characters.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96112" y="3017520"/>
            <a:ext cx="4700016" cy="365760"/>
          </a:xfrm>
          <a:prstGeom prst="rect">
            <a:avLst/>
          </a:prstGeom>
          <a:solidFill>
            <a:srgbClr val="0F2B2E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017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re.sub(r'&lt;[^&gt;]+&gt;', '', html)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26480" y="1600200"/>
            <a:ext cx="5212080" cy="1920240"/>
          </a:xfrm>
          <a:prstGeom prst="rect">
            <a:avLst/>
          </a:prstGeom>
          <a:solidFill>
            <a:srgbClr val="EAF6F5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82512" y="1856232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1" descr="m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575" y="1992295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180136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382512" y="2468880"/>
            <a:ext cx="4700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emails, phone numbers, URLs, and dates out of unstructured text.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382512" y="3017520"/>
            <a:ext cx="4700016" cy="365760"/>
          </a:xfrm>
          <a:prstGeom prst="rect">
            <a:avLst/>
          </a:prstGeom>
          <a:solidFill>
            <a:srgbClr val="0F2B2E"/>
          </a:solidFill>
          <a:ln/>
        </p:spPr>
      </p:sp>
      <p:sp>
        <p:nvSpPr>
          <p:cNvPr id="17" name="Text 13"/>
          <p:cNvSpPr/>
          <p:nvPr/>
        </p:nvSpPr>
        <p:spPr>
          <a:xfrm>
            <a:off x="6492240" y="3017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re.findall(r'[\w.+-]+@[\w-]+\.\w+', txt)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40080" y="3703320"/>
            <a:ext cx="5212080" cy="1920240"/>
          </a:xfrm>
          <a:prstGeom prst="rect">
            <a:avLst/>
          </a:prstGeom>
          <a:solidFill>
            <a:srgbClr val="EAF6F5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96112" y="3959352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0" name="Image 2" descr="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175" y="4095415"/>
            <a:ext cx="294803" cy="29480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45920" y="39044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96112" y="4572000"/>
            <a:ext cx="4700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mask sensitive identifiers before text enters a model.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96112" y="5120640"/>
            <a:ext cx="4700016" cy="365760"/>
          </a:xfrm>
          <a:prstGeom prst="rect">
            <a:avLst/>
          </a:prstGeom>
          <a:solidFill>
            <a:srgbClr val="0F2B2E"/>
          </a:solidFill>
          <a:ln/>
        </p:spPr>
      </p:sp>
      <p:sp>
        <p:nvSpPr>
          <p:cNvPr id="24" name="Text 19"/>
          <p:cNvSpPr/>
          <p:nvPr/>
        </p:nvSpPr>
        <p:spPr>
          <a:xfrm>
            <a:off x="1005840" y="5120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re.sub(r'\d{3}-\d{2}-\d{4}', '[SSN]', t)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126480" y="3703320"/>
            <a:ext cx="5212080" cy="1920240"/>
          </a:xfrm>
          <a:prstGeom prst="rect">
            <a:avLst/>
          </a:prstGeom>
          <a:solidFill>
            <a:srgbClr val="EAF6F5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382512" y="3959352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7" name="Image 3" descr="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8575" y="4095415"/>
            <a:ext cx="294803" cy="29480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132320" y="39044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Normalization</a:t>
            </a:r>
            <a:endParaRPr lang="en-US" sz="1550" dirty="0"/>
          </a:p>
        </p:txBody>
      </p:sp>
      <p:sp>
        <p:nvSpPr>
          <p:cNvPr id="29" name="Text 23"/>
          <p:cNvSpPr/>
          <p:nvPr/>
        </p:nvSpPr>
        <p:spPr>
          <a:xfrm>
            <a:off x="6382512" y="4572000"/>
            <a:ext cx="4700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well-formed input and standardize casing, whitespace, or IDs.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6382512" y="5120640"/>
            <a:ext cx="4700016" cy="365760"/>
          </a:xfrm>
          <a:prstGeom prst="rect">
            <a:avLst/>
          </a:prstGeom>
          <a:solidFill>
            <a:srgbClr val="0F2B2E"/>
          </a:solidFill>
          <a:ln/>
        </p:spPr>
      </p:sp>
      <p:sp>
        <p:nvSpPr>
          <p:cNvPr id="31" name="Text 25"/>
          <p:cNvSpPr/>
          <p:nvPr/>
        </p:nvSpPr>
        <p:spPr>
          <a:xfrm>
            <a:off x="6492240" y="5120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re.match(r'^[A-Z]{2}\d{6}$', code)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Regex Well in Practice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Powerful, but easy to misuse on messy, real-world corpora.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3977640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19952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928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514600"/>
            <a:ext cx="4572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patterns once and reuse them in loops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raw strings (r'...') so backslashes stay literal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named groups (?P&lt;year&gt;\d{4}) for readability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against edge cases: empty strings, unicode, casing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an NLP tokenizer once patterns get too complex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26480" y="1600200"/>
            <a:ext cx="5212080" cy="3977640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1874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501" y="199522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8928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46520" y="2514600"/>
            <a:ext cx="4572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.* matching far more than intended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to fully parse HTML/XML with regex alone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unicode letters, accents, or non-ASCII scripts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backtracking on nested quantifiers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Hard-coding patterns that don't generalize across a corpus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</Words>
  <Application>Microsoft Office PowerPoint</Application>
  <PresentationFormat>Widescreen</PresentationFormat>
  <Paragraphs>49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Rohan V</cp:lastModifiedBy>
  <cp:revision>3</cp:revision>
  <dcterms:created xsi:type="dcterms:W3CDTF">2026-07-25T05:02:28Z</dcterms:created>
  <dcterms:modified xsi:type="dcterms:W3CDTF">2026-07-25T05:04:34Z</dcterms:modified>
</cp:coreProperties>
</file>